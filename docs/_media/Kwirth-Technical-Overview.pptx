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41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82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582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kwirth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859536" y="2971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Kubernetes observability &amp; operations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7824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r>
              <a:rPr lang="en-US" sz="18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r>
              <a:rPr lang="en-US" sz="18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</a:t>
            </a:r>
            <a:r>
              <a:rPr lang="en-US" sz="1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r>
              <a:rPr lang="en-US" sz="1800" b="1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source · Apache License 2.0 · github.com/kwirthmagnify/kwirth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82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82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Kwirth?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Kwirth replaces a full observability stack (Prometheus + Grafana + Loki + Alertmanager + …) with a single pod. Real-time logs, metrics, alerting, security scanning, BYO-LLM AI analysis and a complete Kubernetes manager — all in one pod.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94944" y="279806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82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pod, zero deps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" y="3118104"/>
            <a:ext cx="3236976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container. State in Kubernetes — ConfigMaps, Secrets, a PVC or files. No external DB, queue or sidecar.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2697480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462272" y="279806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first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62272" y="3118104"/>
            <a:ext cx="3236976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data flows over WebSockets — no polling. Logs, metrics, alerts and AI answers arrive as they happen.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3296" y="2697480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29600" y="279806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Multi-cluster native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3118104"/>
            <a:ext cx="3236976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many clusters from one instance, each with independent access control. Federated in the front end.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94944" y="4407408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Extensible by design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4944" y="4727448"/>
            <a:ext cx="3236976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Hot-reloadable plugins, providers, senders, themes, homepages, IdPs, logins and webhooks — no pod restart.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15968" y="4306824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462272" y="4407408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by default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62272" y="4727448"/>
            <a:ext cx="3236976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Fine-grained RBAC with per-plugin scopes, SSO via external IdPs, and permanent/volatile/bearer access keys.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83296" y="4306824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8229600" y="4407408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stack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0" y="4727448"/>
            <a:ext cx="3236976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end-to-end. Node.js + Express back end, React + MUI front end, direct Kubernetes API access.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Listens on port 3883  ·  in-cluster or desktop (Kwirth Magnify)  ·  started 2022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86384" y="3108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single-pod topology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C:\Users\julio.fernandezvila\AppData\Local\Temp\claude\c--github-aisdkvercel-kwirth\e1b34b45-e60b-45cb-8f74-17ac67ea9213\scratchpad/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737360"/>
            <a:ext cx="8915400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the pod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94944" y="1837944"/>
            <a:ext cx="5148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— Frontend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4944" y="2157984"/>
            <a:ext cx="5148072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MUI single-page app, served as static assets by the Express server. Renders channels, dashboards and the extension managers. Talks to the back end over REST + WebSocket.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9944" y="1837944"/>
            <a:ext cx="5148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— Backend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9944" y="2157984"/>
            <a:ext cx="5148072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Express. Exposes the REST API and the WebSocket server, hosts the channel/provider/sender subsystems, and reaches clusters directly through @kubernetes/client-node — no middleman.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94944" y="4215384"/>
            <a:ext cx="5148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4944" y="4535424"/>
            <a:ext cx="5148072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Persisted in Kubernetes-native stores: ConfigMaps, Secrets, a PVC, or plain files — users, API keys, extension config and workspaces. No external database or message queue.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411480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409944" y="4215384"/>
            <a:ext cx="5148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transport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9944" y="4535424"/>
            <a:ext cx="5148072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multiplexed WebSocket carries every stream — logs, metrics, events, AI. Service instance ids let multiple instances of a service share the socket. No polling anywhere.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Extensibility — families &amp; areas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above the core is a hot-reloadable extension, installed / configured / enabled from the UI with no pod restart. Grouped in four runtime areas plus packaging.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651760" cy="1874520"/>
          </a:xfrm>
          <a:prstGeom prst="roundRect">
            <a:avLst>
              <a:gd name="adj" fmla="val 2927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94944" y="252374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" y="2843784"/>
            <a:ext cx="235915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Themes — repaint the whole shell.</a:t>
            </a: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Homepages — swap the landing dashboard.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9856" y="2423160"/>
            <a:ext cx="2651760" cy="1874520"/>
          </a:xfrm>
          <a:prstGeom prst="roundRect">
            <a:avLst>
              <a:gd name="adj" fmla="val 2927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566160" y="252374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66160" y="2843784"/>
            <a:ext cx="235915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providers — SSO connectors.</a:t>
            </a: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Logins — pluggable sign-in methods.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91072" y="2423160"/>
            <a:ext cx="2651760" cy="1874520"/>
          </a:xfrm>
          <a:prstGeom prst="roundRect">
            <a:avLst>
              <a:gd name="adj" fmla="val 2927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37376" y="252374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37376" y="2843784"/>
            <a:ext cx="235915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Plugins — the channels users work in.</a:t>
            </a: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Providers — feed data into channels.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62288" y="2423160"/>
            <a:ext cx="2651760" cy="1874520"/>
          </a:xfrm>
          <a:prstGeom prst="roundRect">
            <a:avLst>
              <a:gd name="adj" fmla="val 2927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308592" y="252374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08592" y="2843784"/>
            <a:ext cx="235915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Senders — outbound delivery.</a:t>
            </a: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 — inbound HTTP callbacks.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Packaging: </a:t>
            </a: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Packs bundle many extensions in one .tgz  ·  Documentation packages are docsify sites Kwirth serves itself.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 (13): </a:t>
            </a: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· Metrics* · Alert · Ops · Fileman · Trivy · Magnify* · Topology · Pinocchio · Censor · mIRC · News · Echo    (*built-in)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Providers: </a:t>
            </a: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Events* · Metrics · Business (built-in) · Kafka · OpenTelemetry · Syslog · Trivy · Tick · Validating (installable)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Senders: </a:t>
            </a: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 · file · email-smtp · email-resend · teams  +  pipelines: tee · regex · timed · ratelimit · composite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86384" y="3108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ways to run 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94944" y="1792224"/>
            <a:ext cx="5148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Kubernetes — Helm  (recommended)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4944" y="2112264"/>
            <a:ext cx="514807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helm repo add + helm install kwirth kwirth/kwirth -n kwirth --create-namespace. Tune with values.yaml.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9944" y="1792224"/>
            <a:ext cx="5148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Kubernetes — manifests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9944" y="2112264"/>
            <a:ext cx="514807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kubectl apply -f …/test/kwirth.yaml for an express setup; edit the YAML to change defaults.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94944" y="3410712"/>
            <a:ext cx="5148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Docker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4944" y="3730752"/>
            <a:ext cx="514807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run -p 3883:3883 with your kubeconfig mounted so Kwirth can reach the cluster.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3310128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409944" y="3410712"/>
            <a:ext cx="5148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External — no Docker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9944" y="3730752"/>
            <a:ext cx="514807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i -g @kwirthmagnify/kwirth-external, then kwirth-external start --front --port …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928616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94944" y="5029200"/>
            <a:ext cx="10863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⑤ Desktop — Kwirth Magnify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4944" y="5349240"/>
            <a:ext cx="1086307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installer for Windows, macOS and Linux. A context selector picks the cluster: LOCAL (kubeconfig contexts) or REMOTE (through a Kwirth server). The source cluster appears as inDesktop.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Helm — install &amp; configure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1554480"/>
          </a:xfrm>
          <a:prstGeom prst="roundRect">
            <a:avLst>
              <a:gd name="adj" fmla="val 2353"/>
            </a:avLst>
          </a:prstGeom>
          <a:solidFill>
            <a:srgbClr val="0E1117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94944" y="1792224"/>
            <a:ext cx="519379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kwirth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https://github.com/kwirthmagnify/kwirth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kwirth kwirth/kwirth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kwirth --create-namespace 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values.yaml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5486400" cy="1874520"/>
          </a:xfrm>
          <a:prstGeom prst="roundRect">
            <a:avLst>
              <a:gd name="adj" fmla="val 1951"/>
            </a:avLst>
          </a:prstGeom>
          <a:solidFill>
            <a:srgbClr val="0E1117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94944" y="3529584"/>
            <a:ext cx="5193792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kwirth: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config: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channelMetrics: "true"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channelMagnify: "true"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rootpath: /kwirth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masterkey: &lt;change-me&gt;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kwirthmagnify/kwirth:0.5.287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useful Helm options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057400"/>
          <a:ext cx="5303520" cy="3200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ED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masterkey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signs the access keys issued to clients — change 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rootpath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 Kwirth is served under (default /kwirth)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image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image ref (default …/kwirth:latest)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resources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pod CPU / memory (K8s format)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ingress.*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 an Ingress (nginx / agic, hostname)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nginx.tls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949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enable TLS + secret holding CRT + KEY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309360" y="58064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 are plugins — install Log, Ops, Trivy, Fileman… from the plugin management UI, not via Helm flags.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Networking &amp; operations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498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— Kwirth listens on 3883 inside the container; publish/map it as you like for Docker or external runs.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Sub-path — serve under a custom path by creating an Ingress and setting the ROOTPATH env var to the same path (e.g. /kwirth). That is the one thing Kwirth must know.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 — terminate at the Ingress (nginx.tls + a secret with CRT + KEY) or in front of the pod.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Namespace — fully selectable; the Helm chart creates it (kwirth by default).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Self-update — restart Kwirth from the UI; with the latest image tag this pulls and runs the newest version.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— sensible defaults (limits cpu 1 / mem 2Gi, requests mem 256Mi); override per environment.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0" y="1783080"/>
            <a:ext cx="3383280" cy="1280160"/>
          </a:xfrm>
          <a:prstGeom prst="roundRect">
            <a:avLst>
              <a:gd name="adj" fmla="val 2857"/>
            </a:avLst>
          </a:prstGeom>
          <a:solidFill>
            <a:srgbClr val="0E1117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375904" y="1883664"/>
            <a:ext cx="309067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ROOTPATH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value: "/kwirth"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http://host/kwirth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36118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tools — Backstage, Grafana, CI/CD — consume Kwirth through its REST / WebSocket API.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7B7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86384" y="3108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7B7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authorization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request is authorized against an access key that encodes exactly which cluster resources — namespaces, workloads, pods, containers — and which actions the holder may reach. Security works at three levels.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529584" cy="1874520"/>
          </a:xfrm>
          <a:prstGeom prst="roundRect">
            <a:avLst>
              <a:gd name="adj" fmla="val 2927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94944" y="279806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" y="3118104"/>
            <a:ext cx="3236976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built-in admin account manages users, API keys and identity providers. Only the admin scope may perform security-related actions.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2697480"/>
            <a:ext cx="3529584" cy="1874520"/>
          </a:xfrm>
          <a:prstGeom prst="roundRect">
            <a:avLst>
              <a:gd name="adj" fmla="val 2927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462272" y="279806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82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62272" y="3118104"/>
            <a:ext cx="3236976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 with a fine-grained set of resources and scopes. Scopes are declared dynamically by each plugin and served by the core — installing a channel can add new permissions.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3296" y="2697480"/>
            <a:ext cx="3529584" cy="1874520"/>
          </a:xfrm>
          <a:prstGeom prst="roundRect">
            <a:avLst>
              <a:gd name="adj" fmla="val 2927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29600" y="279806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3118104"/>
            <a:ext cx="3236976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keys let external apps and other Kwirth instances reach resources across clusters, carrying their own scopes, target resources and optional lease/expiry.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Fine-grained RBAC · per-plugin dynamic scopes · enforced in the back end — never trusting the client.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7B7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&amp; Single Sign-On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user / password — always available for the bootstrap admin account.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extensions — pluggable sign-in methods (e.g. anonymous), each with its own config schema.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 via external Identity Providers — can be combined with the above.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 flow — hardened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OIDC / OAuth2 connectors.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PKCE + state, back-channel token exchange — the browser never sees provider tokens.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Single-use login hand-off and anti open-redirect checks.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auto-provisioning — the user must already exist and be bound to the IdP they use.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547104" y="1792224"/>
            <a:ext cx="4919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Bundled connectors  (installable)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47104" y="2112264"/>
            <a:ext cx="4919472" cy="3968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</a:t>
            </a: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Gmail and Google Workspace accounts.</a:t>
            </a: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</a:t>
            </a: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GitLab.com and self-managed (on-prem).</a:t>
            </a: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GitHub.com and GitHub Enterprise Server.</a:t>
            </a: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Connectors are extensions, so more providers — including third-party ones — can be added over time.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7B7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keys &amp; inbound webhooks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9584" cy="2011680"/>
          </a:xfrm>
          <a:prstGeom prst="roundRect">
            <a:avLst>
              <a:gd name="adj" fmla="val 2727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94944" y="188366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permanent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4944" y="2203704"/>
            <a:ext cx="323697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Persisted in the cluster. Long-lived keys for other Kwirth instances and external integrations.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783080"/>
            <a:ext cx="3529584" cy="2011680"/>
          </a:xfrm>
          <a:prstGeom prst="roundRect">
            <a:avLst>
              <a:gd name="adj" fmla="val 2727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62272" y="188366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volatile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62272" y="2203704"/>
            <a:ext cx="323697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In-memory only. Disappear when the pod restarts — ideal for short-lived, session-scoped access.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83296" y="1783080"/>
            <a:ext cx="3529584" cy="2011680"/>
          </a:xfrm>
          <a:prstGeom prst="roundRect">
            <a:avLst>
              <a:gd name="adj" fmla="val 2727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29600" y="188366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bearer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0" y="2203704"/>
            <a:ext cx="323697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and handed to clients at login. Verified with the masterkey; can carry a lease / expiry.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masterkey — </a:t>
            </a: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signs and verifies every issued access key. Change it from the default before production.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Inbound webhooks — </a:t>
            </a:r>
            <a:r>
              <a:rPr lang="en-US" sz="12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 where external systems POST events into Kwirth are protected by the same access-key model, so only authorized callers get through. Each config exposes a tokenized URL that can be rotated.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86384" y="3108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Inbound, outbound &amp; consumers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Kwirth plugs into your ecosystem in every direction — ingesting external data, receiving inbound calls, pushing notifications out, and exposing everything through its API.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651760" cy="2240280"/>
          </a:xfrm>
          <a:prstGeom prst="roundRect">
            <a:avLst>
              <a:gd name="adj" fmla="val 2449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94944" y="252374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— Providers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" y="2843784"/>
            <a:ext cx="2359152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 external data into channels.</a:t>
            </a: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Built-in: Events, Metrics, Business.</a:t>
            </a: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Installable: Kafka, OpenTelemetry (OTLP/HTTP), Syslog, Trivy, Tick, Validating.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9856" y="2423160"/>
            <a:ext cx="2651760" cy="2240280"/>
          </a:xfrm>
          <a:prstGeom prst="roundRect">
            <a:avLst>
              <a:gd name="adj" fmla="val 2449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566160" y="252374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Inbound — Webhooks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66160" y="2843784"/>
            <a:ext cx="2359152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systems POST events to a tokenized, rotatable URL. Kwirth parses the payload and routes it to a target channel or plugin.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91072" y="2423160"/>
            <a:ext cx="2651760" cy="2240280"/>
          </a:xfrm>
          <a:prstGeom prst="roundRect">
            <a:avLst>
              <a:gd name="adj" fmla="val 2449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37376" y="252374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82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— Senders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37376" y="2843784"/>
            <a:ext cx="2359152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alerts and notifications out: console, file, email (SMTP / Resend), Microsoft Teams. Pinocchio findings delivered via senders.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62288" y="2423160"/>
            <a:ext cx="2651760" cy="2240280"/>
          </a:xfrm>
          <a:prstGeom prst="roundRect">
            <a:avLst>
              <a:gd name="adj" fmla="val 2449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308592" y="252374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 — API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08592" y="2843784"/>
            <a:ext cx="2359152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tools pull from the REST / WebSocket API — Backstage, Grafana, CI/CD, other Kwirth instances — shared via API keys.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integration point authorizes against the same access-key model.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pipelines &amp; webhook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82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Sender pipelines — the dispatcher pattern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senders intercept a message and decide the downstream target — and they chain freely.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tee — fan out to many senders at once.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regex — route or drop by rule; first match wins.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timed — gate by time-of-day / day-of-week (timezone-aware).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ratelimit — throttle to a max rate so alert storms cannot flood a destination.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composite — visual pipeline designer in the UI (no JSON editing).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0E1117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94944" y="4946904"/>
            <a:ext cx="51937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 -&gt; timed -&gt;  tee  -&gt;  email-smtp + file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Inbound webhook flow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011680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0E1117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547104" y="2112264"/>
            <a:ext cx="491947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service --POST--&gt; webhook URL (token)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--&gt;  parse  --&gt;  target channel / plugin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0" y="31089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webhook holds named configurations.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config exposes a unique URL carrying a secret token — rotatable.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target is one of your installed channels / plugins.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 come from the webhook’s own config schema — typed, no guesswork.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by the access-key model — only authorized callers get through.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82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82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short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6384" y="10058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pod. Real-time. Multi-cluster. Extensible. Secure.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one container (React + Node/Express), direct Kubernetes API, real-time over WebSocket, state in ConfigMaps / Secrets / PVC / files.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— Helm, manifests, Docker, external Node package or native desktop; port 3883, ROOTPATH for sub-paths, self-update, channels as plugins.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— ingest via providers (Kafka, OTLP, Syslog…), inbound webhooks, outbound senders with routing pipelines, and a REST / WebSocket API for Backstage, Grafana &amp; CI/CD.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— three-level RBAC with per-plugin scopes, SSO via OIDC/OAuth2 (PKCE + back-channel), and permanent / volatile / bearer access keys enforced in the back 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1106424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&amp; 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github.com/kwirthmagnify/kwirth</a:t>
            </a: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Apache License 2.0        BYO-LLM AI · single-pod observability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82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82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Useful links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481328"/>
            <a:ext cx="11155680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8147304" y="1783080"/>
            <a:ext cx="3529584" cy="4160520"/>
          </a:xfrm>
          <a:prstGeom prst="roundRect">
            <a:avLst>
              <a:gd name="adj" fmla="val 1554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330184" y="1929384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&amp; community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30184" y="2331720"/>
            <a:ext cx="3163824" cy="3447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github.com/kwirthmagnify/kwirth</a:t>
            </a: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Issues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github.com/kwirthmagnify/kwirth/issues</a:t>
            </a: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Discussions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github.com/kwirthmagnify/kwirth/discussions</a:t>
            </a: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License — Apache 2.0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…/kwirth/blob/master/LICENSE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1783080"/>
            <a:ext cx="3529584" cy="4160520"/>
          </a:xfrm>
          <a:prstGeom prst="roundRect">
            <a:avLst>
              <a:gd name="adj" fmla="val 1554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98848" y="1929384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8848" y="2331720"/>
            <a:ext cx="3163824" cy="3447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Releases &amp; desktop installers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github.com/kwirthmagnify/kwirth/releases</a:t>
            </a: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image (Docker Hub)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kwirthmagnify/kwirth</a:t>
            </a: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Helm chart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…/kwirth/tree/master/deploy/helm</a:t>
            </a: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CLI (npm)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@kwirthmagnify/kwirth-external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1783080"/>
            <a:ext cx="3529584" cy="4160520"/>
          </a:xfrm>
          <a:prstGeom prst="roundRect">
            <a:avLst>
              <a:gd name="adj" fmla="val 1554"/>
            </a:avLst>
          </a:prstGeom>
          <a:solidFill>
            <a:srgbClr val="0F1929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04088" y="1929384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82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" y="2331720"/>
            <a:ext cx="3163824" cy="3447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900"/>
              </a:spcBef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website</a:t>
            </a:r>
            <a:endParaRPr lang="en-US" sz="1100" dirty="0"/>
          </a:p>
          <a:p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http://kwirthmagnify.dev</a:t>
            </a:r>
          </a:p>
          <a:p>
            <a:pPr>
              <a:spcBef>
                <a:spcPts val="900"/>
              </a:spcBef>
            </a:pP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guide (</a:t>
            </a:r>
            <a:r>
              <a:rPr lang="en-US" sz="1100" b="1" dirty="0" err="1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docsify</a:t>
            </a:r>
            <a:r>
              <a:rPr lang="en-US" sz="11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100" dirty="0"/>
          </a:p>
          <a:p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served in-app at  /docs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82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582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82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kwirth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Kubernetes observability &amp; operations — in a single pod.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4892040"/>
            <a:ext cx="3227832" cy="0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github.com/kwirthmagnify/kwirth</a:t>
            </a: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·     Apache License 2.0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2155</Words>
  <Application>Microsoft Office PowerPoint</Application>
  <PresentationFormat>Widescreen</PresentationFormat>
  <Paragraphs>250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Kwirth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Kwirth — Technical Overview</dc:title>
  <dc:subject>PptxGenJS Presentation</dc:subject>
  <dc:creator>Kwirth</dc:creator>
  <cp:lastModifiedBy>Julio Fernandez Vilas</cp:lastModifiedBy>
  <cp:revision>5</cp:revision>
  <dcterms:created xsi:type="dcterms:W3CDTF">2026-08-27T07:49:34Z</dcterms:created>
  <dcterms:modified xsi:type="dcterms:W3CDTF">2026-08-27T08:17:48Z</dcterms:modified>
</cp:coreProperties>
</file>